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E19201-47F9-92FE-108C-A3069329D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72649C-EC25-A387-D9F5-AA85AD7CA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8B6B61-90AF-D651-622C-B96819C0C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5D3B3-67B7-4F95-8FD0-C40CCC88A606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6558B9-D3D7-C0C1-A1D0-E77B5E38E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CCFD68-D0FC-0C8A-4825-21B6AD0BF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27871-34F2-4DBE-A0E1-6D0AB1BDE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528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DB869D-D342-DE56-AB69-81296F27C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FD9E30-7985-F779-EF2D-86BC57B6F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53C3CC-E63A-373C-425C-DC5F2C8B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5D3B3-67B7-4F95-8FD0-C40CCC88A606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5D3789-F78E-E779-8748-DBED6BB77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EEC0DE-3C46-A075-ADEA-E1EF277B8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27871-34F2-4DBE-A0E1-6D0AB1BDE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812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FCF57-3D38-C946-2F79-76DE08FEB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E833ED-3256-D19F-93DD-E177FF679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99280A-FC77-515F-EF91-9B581E8F5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5D3B3-67B7-4F95-8FD0-C40CCC88A606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55CAAE-F568-00B3-E3D3-6ACF4F365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D53C8C-0389-2C39-A95C-B3182A562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27871-34F2-4DBE-A0E1-6D0AB1BDE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631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FA907-224C-DD81-EDD7-12F7F8D50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43B800-495D-86E7-F7BD-3ABBA11FEA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962059-98B3-63DF-F1AE-B1379846F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89C0C0-0BEF-325F-A0DB-86CC2A771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5D3B3-67B7-4F95-8FD0-C40CCC88A606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A2439B-D8D1-9E8B-FC8B-54BAEA8EA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706641-D447-4115-76B6-BBA1A0449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27871-34F2-4DBE-A0E1-6D0AB1BDE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1593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07D569-56A2-FA6D-AD82-0D1B391FA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8B1A3F-49D4-AA36-783C-3CEB4D819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E56FE7-CD6F-9895-55C9-B93B0659D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3CF06D-23C6-1AED-773F-832B008866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0F3107-A927-2F7F-E0F3-76FEA298C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2E359C4-37C1-5635-0037-FCE15BBE2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5D3B3-67B7-4F95-8FD0-C40CCC88A606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BEAB86-ACE0-7A79-C51E-BAE5655F7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9BD7ECE-B2E9-83F0-D265-5F561520D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27871-34F2-4DBE-A0E1-6D0AB1BDE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395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8618EC-96B7-7DB5-0CF4-90AAEC44B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E84A32-74F6-27DE-4F43-FDAFF048D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5D3B3-67B7-4F95-8FD0-C40CCC88A606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52F5045-EF92-5180-4B6C-EEF5EC1F0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45639A-4E9D-26E9-9D09-0E2E1671B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27871-34F2-4DBE-A0E1-6D0AB1BDE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425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FD59888-0E41-5820-651C-F972E9BAE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5D3B3-67B7-4F95-8FD0-C40CCC88A606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DD48CE-8CE1-1477-6B0C-1003FC8DE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8BC0FD-D14D-5EF6-DB26-46E94B1BF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27871-34F2-4DBE-A0E1-6D0AB1BDE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817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8B2D5D-AEB3-EFB0-DB48-72F303E74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B3F749-2AAC-9138-8A5A-5799D9AC6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9987DF-CC17-D9BF-E739-4154EC399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245456-DA29-55FF-0362-5C43212D3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5D3B3-67B7-4F95-8FD0-C40CCC88A606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E14B35-C280-E331-99BF-A0D0D6CB2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43CFB0-E78C-B48C-0952-F6DFCECCE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27871-34F2-4DBE-A0E1-6D0AB1BDE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883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719F8-DFCD-6095-36A3-09256FB0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162E732-5BC1-69AC-5301-3394E4431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B92055E-757E-FCD4-D31F-1E3CC6750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2FB668-86B9-2F7C-EA55-F14846015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5D3B3-67B7-4F95-8FD0-C40CCC88A606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E381D1-B3DF-4017-A555-EF7F5C807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72C1D9-2901-616E-6865-571F69980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27871-34F2-4DBE-A0E1-6D0AB1BDE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2043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370A5-7040-43CB-D6B2-89FEA1E20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DB1FFC-E8B9-9CAB-CE0D-D8AD63B37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5856B9-5B7E-2763-C02A-5C1612B97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5D3B3-67B7-4F95-8FD0-C40CCC88A606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4F4A1D-A0D6-13D7-FFEE-5448A5F1F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654873-E874-1A53-D2B5-68F068FB8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27871-34F2-4DBE-A0E1-6D0AB1BDE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654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3CE1C0B-C9CF-C310-AFAD-51448F92C9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58F87F-489A-2EE8-DBCA-EDD31E57A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D4F0FE-E586-BFA9-328F-21F68383A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5D3B3-67B7-4F95-8FD0-C40CCC88A606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BF9830-A4B8-6F7B-E8C4-938E263C9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94EB2D-BBCB-6400-3F84-4E485B290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27871-34F2-4DBE-A0E1-6D0AB1BDE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2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54DCF40-CE25-329B-4815-A1B1DFB80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780EAD-4B2F-15C2-98AD-EA13FE1F5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514416-2685-88E7-03DD-F5DB0D9AE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15D3B3-67B7-4F95-8FD0-C40CCC88A606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853CA9-277E-689E-46EF-3F64ED22A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028B64-53B3-1636-C932-408754DA81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27871-34F2-4DBE-A0E1-6D0AB1BDE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750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3A47814-2A32-ED46-F042-8ED76002E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2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371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02445-9FE3-76FD-0F1B-0BB315635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745FA0-1F02-60FA-DC77-87C00B67C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3205DD7-7917-FD68-A562-C3390E458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47650"/>
            <a:ext cx="12192000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70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AF6E8C3-5BD4-EF4E-4FDE-7F3D4BF02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31"/>
            <a:ext cx="12192000" cy="626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4C0590-FAD2-A1F0-59DB-EB550FE05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114AAB-C15F-7C32-CE49-8AE82E8B2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8E1CAD-76F3-8DF0-3D10-33BE0C5D4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7" y="142875"/>
            <a:ext cx="121840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815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2134E0-DDD3-C4AD-C3EE-9EC81F00F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8473AB-934F-261F-D69C-9DF1A59D8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28CA1B2-3E3A-31C8-8D2D-945617527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85"/>
            <a:ext cx="12192000" cy="678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373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86177E6-F7C8-6BCA-4658-86F1D795A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180"/>
            <a:ext cx="12192000" cy="552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961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E63831D-5AD9-CD0E-7A0B-6EC23EE63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304" y="0"/>
            <a:ext cx="100053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017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9A33ECA-C8FE-AB91-A75F-79240E139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9340"/>
            <a:ext cx="12192000" cy="459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01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5D9BC2C-A035-D75E-C945-E1DE53685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21" y="0"/>
            <a:ext cx="112615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233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FDE33DD-ECBB-F28E-F759-0B9D5E879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214"/>
            <a:ext cx="12192000" cy="495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52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3E0AE42-252F-3A93-B764-EBC173119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8831"/>
            <a:ext cx="12192000" cy="572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454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97E01C-0B13-6068-0FC0-739760FEF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9FAFEE-2D63-D6B3-3C2B-7EE6EB248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B4BA48-227A-50C5-37D7-427FA0F32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076"/>
            <a:ext cx="12192000" cy="6711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40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와이드스크린</PresentationFormat>
  <Paragraphs>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은태 신</dc:creator>
  <cp:lastModifiedBy>은태 신</cp:lastModifiedBy>
  <cp:revision>1</cp:revision>
  <dcterms:created xsi:type="dcterms:W3CDTF">2025-11-08T08:03:29Z</dcterms:created>
  <dcterms:modified xsi:type="dcterms:W3CDTF">2025-11-08T08:10:07Z</dcterms:modified>
</cp:coreProperties>
</file>